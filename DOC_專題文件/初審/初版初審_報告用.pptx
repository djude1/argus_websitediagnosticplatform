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228733-5421-244C-1DEF-021A4EB5B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EE0F27D-285C-A146-211D-959DF632F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96E3B8-8E8E-E44D-D4A5-F5B731AD0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8DAAE8-C488-6BA5-2302-6EC907340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7F0D97-2EC9-74CB-60A3-C2FC757ED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3933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5C5E04-880B-ED81-4327-C25FC5980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92BB6-81B9-DAAB-157F-73E3A3BF8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55EF92-FCEE-4BE7-1987-B3AD2062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84A9C0-3224-528A-6F56-3C553168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50AE1E-AA0A-E717-2089-C3D74EB3D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9333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05B45B-339D-FA51-5CE1-78DF773EC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89A3485-6335-D173-B986-BD1B322EC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F0CC5B-1F2A-BE9C-BF77-30B329FDD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827F9FE-E803-571D-2C71-1F61EADEC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768CCA-5E31-3C4E-279E-0BE64B7B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56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EF4C49-3671-BB35-18C9-C9DE351F0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66F0EF-4438-5D3C-A722-3B7C4A417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F102E64-AF5A-FAE1-68CB-BF70AD768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FDC3A7-CA2C-F472-EA45-C295C8081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662715-78C9-8B7B-7290-C2F4EAE3E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F25D6A-A29D-04B0-8EFE-4843DED9F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2937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CF8169-53B6-31CB-58C7-34FB3BA67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F9526F-02A4-F3EA-0D48-9EE56029C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A30823D-44BB-F4BB-DE4F-717DE16DE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0AFA508-6BD7-42E7-6AEF-B1BE38F39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2CCC8A-1A4A-72D5-0423-9419E6730A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51B970B-6671-BA2C-174A-A4A22723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E2F3CE7-B8CD-9322-D6F5-2DD49F5D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453B00A-374C-B458-D9F4-445046758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29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E5B559-11D4-3FBC-0987-166747C0A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31E4145-C4BE-214F-66DA-24AC4AEC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8CF09D0-23DB-263B-A6F5-81DFB2FDA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8131726-DFF7-0D9A-71AB-DBE4DFA8C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432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61569DD-565D-464C-18D3-F670A39FF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C9A2AE-D18D-24CD-4B26-F8459D981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16B5F2-A47C-E4B9-88DF-69D14405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228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0E50CB-D7B6-C9A1-B7B4-D26110479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ECDE5D-908E-DC83-D407-B5134A235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8071400-9541-B5F3-D970-AC49A5EFF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520A250-D2A2-CFE2-200B-56CA426EC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BCDC31-5A95-95BB-4D0E-C4A43BE6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C10208-58E8-C159-5951-6AC73CD54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497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4BC861-D450-C00B-6337-3A4EF7D35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36CAD21-0991-B74B-8AC1-9286A3BFED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0E5E0C-C627-AC46-6C39-BE6FA25A43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F86D08-887C-D920-0848-D18E4ABC4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C983F6-8A5F-8F2F-9186-3A4DFF94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23C3C7F-7563-70E1-9579-89F97479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724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47C6F0-2A7D-25BD-4642-E39F27F7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4BC1AED-AFD7-AF54-C3A6-3879A7008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144A9A0-9113-8B3E-2062-C053FF0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997311-A07B-7EF0-0D64-D46F88651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0CE9F-C3DA-3043-B268-CE2A49B67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4699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D671E1-90F0-74CF-6F13-297F725FA4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3F5715-012F-790F-2823-8B49EF066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9321CC-B6B6-5AE1-0C31-CC69713D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2F4872-83A0-81F4-F2F8-8F2D2E553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79F953-F2CD-E9DC-738C-D2BF6B6C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322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459C6F3-E00A-8D25-9CDF-A3A3429B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41DB06-CEDE-F25B-4CB3-9376ECA59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481186-8D60-0044-60ED-7CE059E31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009132-532B-4A57-9E90-74A8898693A7}" type="datetimeFigureOut">
              <a:rPr lang="zh-TW" altLang="en-US" smtClean="0"/>
              <a:t>2026/4/25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56A55F-1C67-17A8-9540-4BCD92DAE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1A3A65-345B-CAAF-451C-C92C4AC8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474E6E-B474-478A-9237-6798CECDC25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675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14C6B8-2CAC-6A61-EA40-95EB93368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263" y="1314869"/>
            <a:ext cx="9705474" cy="2387600"/>
          </a:xfrm>
        </p:spPr>
        <p:txBody>
          <a:bodyPr/>
          <a:lstStyle/>
          <a:p>
            <a:r>
              <a:rPr lang="zh-TW" altLang="en-US" dirty="0"/>
              <a:t>多模態 </a:t>
            </a:r>
            <a:r>
              <a:rPr lang="en-US" altLang="zh-TW" dirty="0"/>
              <a:t>AI </a:t>
            </a:r>
            <a:r>
              <a:rPr lang="zh-TW" altLang="en-US" dirty="0"/>
              <a:t>視障隨身助理系統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3B25B5F-57FB-44A6-021A-A940D790C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262" y="3794544"/>
            <a:ext cx="9705473" cy="1655762"/>
          </a:xfrm>
        </p:spPr>
        <p:txBody>
          <a:bodyPr/>
          <a:lstStyle/>
          <a:p>
            <a:r>
              <a:rPr lang="en-US" altLang="zh-TW" dirty="0" err="1"/>
              <a:t>OpenAIDevice_For_VisualImpairment</a:t>
            </a:r>
            <a:br>
              <a:rPr lang="en-US" altLang="zh-TW" dirty="0"/>
            </a:br>
            <a:r>
              <a:rPr lang="en-US" altLang="zh-TW" dirty="0"/>
              <a:t>11246001</a:t>
            </a:r>
            <a:r>
              <a:rPr lang="zh-TW" altLang="en-US" dirty="0"/>
              <a:t>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en-US" altLang="zh-TW" dirty="0"/>
              <a:t>11246034</a:t>
            </a:r>
            <a:r>
              <a:rPr lang="zh-TW" altLang="en-US" dirty="0"/>
              <a:t>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en-US" altLang="zh-TW" dirty="0"/>
              <a:t>11246038</a:t>
            </a:r>
            <a:r>
              <a:rPr lang="zh-TW" altLang="en-US" dirty="0"/>
              <a:t> </a:t>
            </a:r>
            <a:r>
              <a:rPr lang="en-US" altLang="zh-TW" dirty="0"/>
              <a:t>|</a:t>
            </a:r>
            <a:r>
              <a:rPr lang="zh-TW" altLang="en-US" dirty="0"/>
              <a:t> </a:t>
            </a:r>
            <a:r>
              <a:rPr lang="en-US" altLang="zh-TW" dirty="0"/>
              <a:t>11246041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28463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AEBA8D-90D4-5EF0-8AD5-F0125C9E4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專案背景與動機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8B582F-A4BF-B6B7-0A4C-32CEF34B9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面臨困境</a:t>
            </a:r>
            <a:r>
              <a:rPr lang="zh-TW" altLang="en-US" dirty="0"/>
              <a:t>：視障人士日常出行常遇到無法避開障礙物、辨識交通號誌或尋找物品等困難。</a:t>
            </a:r>
            <a:endParaRPr lang="en-US" altLang="zh-TW" dirty="0"/>
          </a:p>
          <a:p>
            <a:r>
              <a:rPr kumimoji="0" lang="zh-TW" altLang="zh-TW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開發動機</a:t>
            </a:r>
            <a:r>
              <a:rPr kumimoji="0" lang="zh-TW" altLang="zh-TW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</a:t>
            </a:r>
            <a:endParaRPr kumimoji="0" lang="en-US" altLang="zh-TW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開源人工智慧模型（如 YOLO 系列、Qwen-Omni、ASR）技術已臻成熟。 </a:t>
            </a:r>
            <a:endParaRPr lang="en-US" altLang="zh-TW" dirty="0">
              <a:latin typeface="Arial" panose="020B0604020202020204" pitchFamily="34" charset="0"/>
            </a:endParaRPr>
          </a:p>
          <a:p>
            <a:pPr lvl="1"/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期望將 </a:t>
            </a:r>
            <a:r>
              <a:rPr kumimoji="0" lang="zh-TW" altLang="zh-TW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模型整合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至 IoT 邊緣裝置（如 ESP32 硬體），打造專屬視障者的輔助工具。</a:t>
            </a:r>
          </a:p>
        </p:txBody>
      </p:sp>
    </p:spTree>
    <p:extLst>
      <p:ext uri="{BB962C8B-B14F-4D97-AF65-F5344CB8AC3E}">
        <p14:creationId xmlns:p14="http://schemas.microsoft.com/office/powerpoint/2010/main" val="2288106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28C08-6885-BB63-FA38-1F13F9B1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系統目標與預期成果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61FF3C-EF9F-64B4-43C8-99AF71A04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b="1" dirty="0"/>
              <a:t>核心目標</a:t>
            </a:r>
            <a:r>
              <a:rPr lang="zh-TW" altLang="en-US" dirty="0"/>
              <a:t>：開發一款開源 </a:t>
            </a:r>
            <a:r>
              <a:rPr lang="en-US" altLang="zh-TW" dirty="0"/>
              <a:t>IoT </a:t>
            </a:r>
            <a:r>
              <a:rPr lang="zh-TW" altLang="en-US" dirty="0"/>
              <a:t>裝置，提供以下三大功能：</a:t>
            </a:r>
            <a:endParaRPr lang="en-US" altLang="zh-TW" dirty="0"/>
          </a:p>
          <a:p>
            <a:pPr lvl="1"/>
            <a:r>
              <a:rPr lang="zh-TW" altLang="en-US" dirty="0"/>
              <a:t>盲道導航</a:t>
            </a:r>
            <a:endParaRPr lang="en-US" altLang="zh-TW" dirty="0"/>
          </a:p>
          <a:p>
            <a:pPr lvl="1"/>
            <a:r>
              <a:rPr lang="zh-TW" altLang="en-US" dirty="0"/>
              <a:t>障礙物檢測</a:t>
            </a:r>
            <a:endParaRPr lang="en-US" altLang="zh-TW" dirty="0"/>
          </a:p>
          <a:p>
            <a:pPr lvl="1"/>
            <a:r>
              <a:rPr lang="zh-TW" altLang="en-US" dirty="0"/>
              <a:t>特定物品查找</a:t>
            </a:r>
            <a:endParaRPr lang="en-US" altLang="zh-TW" dirty="0"/>
          </a:p>
          <a:p>
            <a:pPr marL="457200" lvl="1" indent="0">
              <a:buNone/>
            </a:pPr>
            <a:r>
              <a:rPr lang="zh-TW" altLang="en-US" b="1" dirty="0"/>
              <a:t>預期成果</a:t>
            </a:r>
            <a:r>
              <a:rPr lang="zh-TW" altLang="en-US" dirty="0"/>
              <a:t>：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  <a:p>
            <a:pPr marL="457200" lvl="1" indent="0">
              <a:buNone/>
            </a:pPr>
            <a:r>
              <a:rPr lang="zh-TW" altLang="en-US"/>
              <a:t>完成</a:t>
            </a:r>
            <a:r>
              <a:rPr lang="zh-TW" altLang="en-US" dirty="0"/>
              <a:t>一套結合終端硬體與 </a:t>
            </a:r>
            <a:r>
              <a:rPr lang="en-US" altLang="zh-TW" dirty="0" err="1"/>
              <a:t>FastAPI</a:t>
            </a:r>
            <a:r>
              <a:rPr lang="en-US" altLang="zh-TW" dirty="0"/>
              <a:t> </a:t>
            </a:r>
            <a:r>
              <a:rPr lang="zh-TW" altLang="en-US" dirty="0"/>
              <a:t>後端伺服器的完整系統。</a:t>
            </a:r>
            <a:endParaRPr lang="en-US" altLang="zh-TW" dirty="0"/>
          </a:p>
          <a:p>
            <a:pPr marL="457200" lvl="1" indent="0">
              <a:buNone/>
            </a:pPr>
            <a:r>
              <a:rPr lang="zh-TW" altLang="en-US" dirty="0"/>
              <a:t>能即時處理音訊與影像串流，並透過語音回饋給予使用者協助。</a:t>
            </a:r>
            <a:endParaRPr lang="en-US" altLang="zh-TW" dirty="0"/>
          </a:p>
          <a:p>
            <a:pPr marL="457200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6634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82613B-B0DF-5382-96A1-E823A46AC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市場定位與商業模式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FC8F8F-6498-86B6-9727-8DCB3842D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市場定位 </a:t>
            </a:r>
            <a:r>
              <a:rPr lang="en-US" altLang="zh-TW" dirty="0"/>
              <a:t>(STP)</a:t>
            </a:r>
            <a:r>
              <a:rPr lang="zh-TW" altLang="en-US" dirty="0"/>
              <a:t>：</a:t>
            </a:r>
            <a:endParaRPr lang="en-US" altLang="zh-TW" dirty="0"/>
          </a:p>
          <a:p>
            <a:pPr lvl="1"/>
            <a:r>
              <a:rPr lang="zh-TW" altLang="en-US" dirty="0"/>
              <a:t>定位為「多模態 </a:t>
            </a:r>
            <a:r>
              <a:rPr lang="en-US" altLang="zh-TW" dirty="0"/>
              <a:t>AI </a:t>
            </a:r>
            <a:r>
              <a:rPr lang="zh-TW" altLang="en-US" dirty="0"/>
              <a:t>視障隨身助理」，強調開源、低延遲與多模型整合。</a:t>
            </a:r>
            <a:endParaRPr lang="en-US" altLang="zh-TW" dirty="0"/>
          </a:p>
          <a:p>
            <a:pPr lvl="1"/>
            <a:r>
              <a:rPr lang="zh-TW" altLang="en-US" dirty="0"/>
              <a:t>目標市場針對具備基本智慧型手機操作能力，或願意配戴輕量化裝置的視障者。</a:t>
            </a:r>
            <a:endParaRPr lang="en-US" altLang="zh-TW" dirty="0"/>
          </a:p>
          <a:p>
            <a:r>
              <a:rPr lang="zh-TW" altLang="en-US" dirty="0"/>
              <a:t>營運與商業模式：</a:t>
            </a:r>
            <a:endParaRPr lang="en-US" altLang="zh-TW" dirty="0"/>
          </a:p>
          <a:p>
            <a:pPr lvl="1"/>
            <a:r>
              <a:rPr lang="zh-TW" altLang="en-US" dirty="0"/>
              <a:t>採開源專案模式（</a:t>
            </a:r>
            <a:r>
              <a:rPr lang="en-US" altLang="zh-TW" dirty="0"/>
              <a:t>MIT License</a:t>
            </a:r>
            <a:r>
              <a:rPr lang="zh-TW" altLang="en-US" dirty="0"/>
              <a:t>）對外發布。</a:t>
            </a:r>
            <a:endParaRPr lang="en-US" altLang="zh-TW" dirty="0"/>
          </a:p>
          <a:p>
            <a:pPr lvl="1"/>
            <a:r>
              <a:rPr lang="zh-TW" altLang="en-US" dirty="0"/>
              <a:t>未來規劃與社福機構合作或尋求企業 </a:t>
            </a:r>
            <a:r>
              <a:rPr lang="en-US" altLang="zh-TW" dirty="0"/>
              <a:t>CSR </a:t>
            </a:r>
            <a:r>
              <a:rPr lang="zh-TW" altLang="en-US" dirty="0"/>
              <a:t>贊助，將軟硬體整合包推廣至視障團體。</a:t>
            </a:r>
          </a:p>
        </p:txBody>
      </p:sp>
    </p:spTree>
    <p:extLst>
      <p:ext uri="{BB962C8B-B14F-4D97-AF65-F5344CB8AC3E}">
        <p14:creationId xmlns:p14="http://schemas.microsoft.com/office/powerpoint/2010/main" val="31856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31FDDF-CE13-5076-9BD1-65E73F43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競爭力分析 </a:t>
            </a:r>
            <a:r>
              <a:rPr lang="en-US" altLang="zh-TW" dirty="0"/>
              <a:t>(SWOT)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8B188B-1EDF-6760-CF11-90E4FE8B4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優勢 </a:t>
            </a:r>
            <a:r>
              <a:rPr lang="en-US" altLang="zh-TW" dirty="0"/>
              <a:t>(S)</a:t>
            </a:r>
            <a:r>
              <a:rPr lang="zh-TW" altLang="en-US" dirty="0"/>
              <a:t>：支援多平台（</a:t>
            </a:r>
            <a:r>
              <a:rPr lang="en-US" altLang="zh-TW" dirty="0"/>
              <a:t>ESP32</a:t>
            </a:r>
            <a:r>
              <a:rPr lang="zh-TW" altLang="en-US" dirty="0"/>
              <a:t>、</a:t>
            </a:r>
            <a:r>
              <a:rPr lang="en-US" altLang="zh-TW" dirty="0"/>
              <a:t>Android</a:t>
            </a:r>
            <a:r>
              <a:rPr lang="zh-TW" altLang="en-US" dirty="0"/>
              <a:t>），整合最新影像分割模型與 </a:t>
            </a:r>
            <a:r>
              <a:rPr lang="en-US" altLang="zh-TW" dirty="0"/>
              <a:t>LLM</a:t>
            </a:r>
            <a:r>
              <a:rPr lang="zh-TW" altLang="en-US" dirty="0"/>
              <a:t>，功能全面。</a:t>
            </a:r>
            <a:endParaRPr lang="en-US" altLang="zh-TW" dirty="0"/>
          </a:p>
          <a:p>
            <a:r>
              <a:rPr lang="zh-TW" altLang="en-US" dirty="0"/>
              <a:t>劣勢 </a:t>
            </a:r>
            <a:r>
              <a:rPr lang="en-US" altLang="zh-TW" dirty="0"/>
              <a:t>(W)</a:t>
            </a:r>
            <a:r>
              <a:rPr lang="zh-TW" altLang="en-US" dirty="0"/>
              <a:t>：伺服器硬體規格需求較高（需 </a:t>
            </a:r>
            <a:r>
              <a:rPr lang="en-US" altLang="zh-TW" dirty="0"/>
              <a:t>GPU </a:t>
            </a:r>
            <a:r>
              <a:rPr lang="zh-TW" altLang="en-US" dirty="0"/>
              <a:t>與 </a:t>
            </a:r>
            <a:r>
              <a:rPr lang="en-US" altLang="zh-TW" dirty="0"/>
              <a:t>8GB+ RAM</a:t>
            </a:r>
            <a:r>
              <a:rPr lang="zh-TW" altLang="en-US" dirty="0"/>
              <a:t>），且高度依賴網路連線品質。</a:t>
            </a:r>
            <a:endParaRPr lang="en-US" altLang="zh-TW" dirty="0"/>
          </a:p>
          <a:p>
            <a:r>
              <a:rPr lang="zh-TW" altLang="en-US" dirty="0"/>
              <a:t>機會 </a:t>
            </a:r>
            <a:r>
              <a:rPr lang="en-US" altLang="zh-TW" dirty="0"/>
              <a:t>(O)</a:t>
            </a:r>
            <a:r>
              <a:rPr lang="zh-TW" altLang="en-US" dirty="0"/>
              <a:t>：無障礙科技需求成長，社會對身障平權的重視度日益提升。</a:t>
            </a:r>
            <a:endParaRPr lang="en-US" altLang="zh-TW" dirty="0"/>
          </a:p>
          <a:p>
            <a:r>
              <a:rPr lang="zh-TW" altLang="en-US" dirty="0"/>
              <a:t>威脅 </a:t>
            </a:r>
            <a:r>
              <a:rPr lang="en-US" altLang="zh-TW" dirty="0"/>
              <a:t>(T)</a:t>
            </a:r>
            <a:r>
              <a:rPr lang="zh-TW" altLang="en-US" dirty="0"/>
              <a:t>：面臨市面上既有商業化導航 </a:t>
            </a:r>
            <a:r>
              <a:rPr lang="en-US" altLang="zh-TW" dirty="0"/>
              <a:t>APP </a:t>
            </a:r>
            <a:r>
              <a:rPr lang="zh-TW" altLang="en-US" dirty="0"/>
              <a:t>的競爭。</a:t>
            </a:r>
          </a:p>
        </p:txBody>
      </p:sp>
    </p:spTree>
    <p:extLst>
      <p:ext uri="{BB962C8B-B14F-4D97-AF65-F5344CB8AC3E}">
        <p14:creationId xmlns:p14="http://schemas.microsoft.com/office/powerpoint/2010/main" val="382567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37AC62-69E6-74EA-A85B-C6E84FEF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系統架構與連線方式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387E395-80D7-0088-8647-A1E85D205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主從式 </a:t>
            </a:r>
            <a:r>
              <a:rPr lang="en-US" altLang="zh-TW" dirty="0"/>
              <a:t>(Client-Server) </a:t>
            </a:r>
            <a:r>
              <a:rPr lang="zh-TW" altLang="en-US" dirty="0"/>
              <a:t>架構： </a:t>
            </a:r>
            <a:endParaRPr lang="en-US" altLang="zh-TW" dirty="0"/>
          </a:p>
          <a:p>
            <a:pPr lvl="1"/>
            <a:r>
              <a:rPr lang="zh-TW" altLang="en-US" dirty="0"/>
              <a:t>前端終端設備：負責接收影像與播放語音。</a:t>
            </a:r>
            <a:endParaRPr lang="en-US" altLang="zh-TW" dirty="0"/>
          </a:p>
          <a:p>
            <a:pPr lvl="1"/>
            <a:r>
              <a:rPr lang="zh-TW" altLang="en-US" dirty="0"/>
              <a:t>後端 </a:t>
            </a:r>
            <a:r>
              <a:rPr lang="en-US" altLang="zh-TW" dirty="0"/>
              <a:t>Python </a:t>
            </a:r>
            <a:r>
              <a:rPr lang="zh-TW" altLang="en-US" dirty="0"/>
              <a:t>伺服器：負責 </a:t>
            </a:r>
            <a:r>
              <a:rPr lang="en-US" altLang="zh-TW" dirty="0"/>
              <a:t>AI </a:t>
            </a:r>
            <a:r>
              <a:rPr lang="zh-TW" altLang="en-US" dirty="0"/>
              <a:t>模型推論與 </a:t>
            </a:r>
            <a:r>
              <a:rPr lang="en-US" altLang="zh-TW" dirty="0"/>
              <a:t>API </a:t>
            </a:r>
            <a:r>
              <a:rPr lang="zh-TW" altLang="en-US" dirty="0"/>
              <a:t>介接。</a:t>
            </a:r>
            <a:endParaRPr lang="en-US" altLang="zh-TW" dirty="0"/>
          </a:p>
          <a:p>
            <a:r>
              <a:rPr lang="zh-TW" altLang="en-US" dirty="0"/>
              <a:t>通訊協定：</a:t>
            </a:r>
            <a:endParaRPr lang="en-US" altLang="zh-TW" dirty="0"/>
          </a:p>
          <a:p>
            <a:pPr lvl="1"/>
            <a:r>
              <a:rPr lang="zh-TW" altLang="en-US" dirty="0"/>
              <a:t>指令溝通：採用 </a:t>
            </a:r>
            <a:r>
              <a:rPr lang="en-US" altLang="zh-TW" dirty="0"/>
              <a:t>HTTP </a:t>
            </a:r>
            <a:r>
              <a:rPr lang="zh-TW" altLang="en-US" dirty="0"/>
              <a:t>協定。</a:t>
            </a:r>
            <a:endParaRPr lang="en-US" altLang="zh-TW" dirty="0"/>
          </a:p>
          <a:p>
            <a:pPr lvl="1"/>
            <a:r>
              <a:rPr lang="zh-TW" altLang="en-US" dirty="0"/>
              <a:t>即時雙向傳輸：利用 </a:t>
            </a:r>
            <a:r>
              <a:rPr lang="en-US" altLang="zh-TW" dirty="0"/>
              <a:t>WebSocket </a:t>
            </a:r>
            <a:r>
              <a:rPr lang="zh-TW" altLang="en-US" dirty="0"/>
              <a:t>處理影像 </a:t>
            </a:r>
            <a:r>
              <a:rPr lang="en-US" altLang="zh-TW" dirty="0"/>
              <a:t>(/</a:t>
            </a:r>
            <a:r>
              <a:rPr lang="en-US" altLang="zh-TW" dirty="0" err="1"/>
              <a:t>ws</a:t>
            </a:r>
            <a:r>
              <a:rPr lang="en-US" altLang="zh-TW" dirty="0"/>
              <a:t>/camera) </a:t>
            </a:r>
            <a:r>
              <a:rPr lang="zh-TW" altLang="en-US" dirty="0"/>
              <a:t>與音訊 </a:t>
            </a:r>
            <a:r>
              <a:rPr lang="en-US" altLang="zh-TW" dirty="0"/>
              <a:t>(/</a:t>
            </a:r>
            <a:r>
              <a:rPr lang="en-US" altLang="zh-TW" dirty="0" err="1"/>
              <a:t>ws_audio</a:t>
            </a:r>
            <a:r>
              <a:rPr lang="en-US" altLang="zh-TW" dirty="0"/>
              <a:t>) </a:t>
            </a:r>
            <a:r>
              <a:rPr lang="zh-TW" altLang="en-US" dirty="0"/>
              <a:t>串流。</a:t>
            </a:r>
          </a:p>
        </p:txBody>
      </p:sp>
    </p:spTree>
    <p:extLst>
      <p:ext uri="{BB962C8B-B14F-4D97-AF65-F5344CB8AC3E}">
        <p14:creationId xmlns:p14="http://schemas.microsoft.com/office/powerpoint/2010/main" val="36050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925BAC-DBF7-C31E-1E62-1DF58758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軟硬體規格需求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CFE3F3-02BC-78E9-A02A-990BEE8B1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110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433</Words>
  <Application>Microsoft Office PowerPoint</Application>
  <PresentationFormat>寬螢幕</PresentationFormat>
  <Paragraphs>36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多模態 AI 視障隨身助理系統</vt:lpstr>
      <vt:lpstr>專案背景與動機</vt:lpstr>
      <vt:lpstr>系統目標與預期成果</vt:lpstr>
      <vt:lpstr>市場定位與商業模式</vt:lpstr>
      <vt:lpstr>競爭力分析 (SWOT)</vt:lpstr>
      <vt:lpstr>系統架構與連線方式</vt:lpstr>
      <vt:lpstr>軟硬體規格需求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zeng</dc:creator>
  <cp:lastModifiedBy>zeng</cp:lastModifiedBy>
  <cp:revision>12</cp:revision>
  <dcterms:created xsi:type="dcterms:W3CDTF">2026-04-25T15:42:25Z</dcterms:created>
  <dcterms:modified xsi:type="dcterms:W3CDTF">2026-04-25T15:52:45Z</dcterms:modified>
</cp:coreProperties>
</file>