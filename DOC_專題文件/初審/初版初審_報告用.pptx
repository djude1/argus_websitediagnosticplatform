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59" r:id="rId6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8" d="100"/>
          <a:sy n="48" d="100"/>
        </p:scale>
        <p:origin x="53" y="8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7228733-5421-244C-1DEF-021A4EB5B8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EE0F27D-285C-A146-211D-959DF632FB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E96E3B8-8E8E-E44D-D4A5-F5B731AD06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009132-532B-4A57-9E90-74A8898693A7}" type="datetimeFigureOut">
              <a:rPr lang="zh-TW" altLang="en-US" smtClean="0"/>
              <a:t>2026/4/25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B8DAAE8-C488-6BA5-2302-6EC9073403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37F0D97-2EC9-74CB-60A3-C2FC757ED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74E6E-B474-478A-9237-6798CECDC25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039333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C5C5E04-880B-ED81-4327-C25FC5980F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0D92BB6-81B9-DAAB-157F-73E3A3BF81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655EF92-FCEE-4BE7-1987-B3AD20625C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009132-532B-4A57-9E90-74A8898693A7}" type="datetimeFigureOut">
              <a:rPr lang="zh-TW" altLang="en-US" smtClean="0"/>
              <a:t>2026/4/25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184A9C0-3224-528A-6F56-3C553168A8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6550AE1E-AA0A-E717-2089-C3D74EB3D5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74E6E-B474-478A-9237-6798CECDC25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393339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C05B45B-339D-FA51-5CE1-78DF773ECF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89A3485-6335-D173-B986-BD1B322EC7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0F0CC5B-1F2A-BE9C-BF77-30B329FDD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009132-532B-4A57-9E90-74A8898693A7}" type="datetimeFigureOut">
              <a:rPr lang="zh-TW" altLang="en-US" smtClean="0"/>
              <a:t>2026/4/25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827F9FE-E803-571D-2C71-1F61EADEC2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D768CCA-5E31-3C4E-279E-0BE64B7BD8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74E6E-B474-478A-9237-6798CECDC25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15620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7EF4C49-3671-BB35-18C9-C9DE351F08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266F0EF-4438-5D3C-A722-3B7C4A417C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BF102E64-AF5A-FAE1-68CB-BF70AD7683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48FDC3A7-CA2C-F472-EA45-C295C80810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009132-532B-4A57-9E90-74A8898693A7}" type="datetimeFigureOut">
              <a:rPr lang="zh-TW" altLang="en-US" smtClean="0"/>
              <a:t>2026/4/25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1B662715-78C9-8B7B-7290-C2F4EAE3E1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C9F25D6A-A29D-04B0-8EFE-4843DED9F8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74E6E-B474-478A-9237-6798CECDC25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229377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4CF8169-53B6-31CB-58C7-34FB3BA673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74F9526F-02A4-F3EA-0D48-9EE56029C9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1A30823D-44BB-F4BB-DE4F-717DE16DE8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40AFA508-6BD7-42E7-6AEF-B1BE38F39F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5D2CCC8A-1A4A-72D5-0423-9419E6730A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051B970B-6671-BA2C-174A-A4A2272313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009132-532B-4A57-9E90-74A8898693A7}" type="datetimeFigureOut">
              <a:rPr lang="zh-TW" altLang="en-US" smtClean="0"/>
              <a:t>2026/4/25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2E2F3CE7-B8CD-9322-D6F5-2DD49F5DB4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1453B00A-374C-B458-D9F4-4450467583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74E6E-B474-478A-9237-6798CECDC25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082979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7E5B559-11D4-3FBC-0987-166747C0AA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31E4145-C4BE-214F-66DA-24AC4AEC5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009132-532B-4A57-9E90-74A8898693A7}" type="datetimeFigureOut">
              <a:rPr lang="zh-TW" altLang="en-US" smtClean="0"/>
              <a:t>2026/4/25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8CF09D0-23DB-263B-A6F5-81DFB2FDAA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C8131726-DFF7-0D9A-71AB-DBE4DFA8C5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74E6E-B474-478A-9237-6798CECDC25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064328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561569DD-565D-464C-18D3-F670A39FF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009132-532B-4A57-9E90-74A8898693A7}" type="datetimeFigureOut">
              <a:rPr lang="zh-TW" altLang="en-US" smtClean="0"/>
              <a:t>2026/4/25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97C9A2AE-D18D-24CD-4B26-F8459D9818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516B5F2-A47C-E4B9-88DF-69D14405A8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74E6E-B474-478A-9237-6798CECDC25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82281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0E50CB-D7B6-C9A1-B7B4-D26110479B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3ECDE5D-908E-DC83-D407-B5134A2352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B8071400-9541-B5F3-D970-AC49A5EFF8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6520A250-D2A2-CFE2-200B-56CA426EC0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009132-532B-4A57-9E90-74A8898693A7}" type="datetimeFigureOut">
              <a:rPr lang="zh-TW" altLang="en-US" smtClean="0"/>
              <a:t>2026/4/25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ADBCDC31-5A95-95BB-4D0E-C4A43BE6E1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D4C10208-58E8-C159-5951-6AC73CD54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74E6E-B474-478A-9237-6798CECDC25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249705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4BC861-D450-C00B-6337-3A4EF7D35B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B36CAD21-0991-B74B-8AC1-9286A3BFED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CF0E5E0C-C627-AC46-6C39-BE6FA25A43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B6F86D08-887C-D920-0848-D18E4ABC46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009132-532B-4A57-9E90-74A8898693A7}" type="datetimeFigureOut">
              <a:rPr lang="zh-TW" altLang="en-US" smtClean="0"/>
              <a:t>2026/4/25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1C983F6-8A5F-8F2F-9186-3A4DFF94A1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223C3C7F-7563-70E1-9579-89F974797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74E6E-B474-478A-9237-6798CECDC25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3724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147C6F0-2A7D-25BD-4642-E39F27F715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14BC1AED-AFD7-AF54-C3A6-3879A70088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144A9A0-9113-8B3E-2062-C053FF044C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009132-532B-4A57-9E90-74A8898693A7}" type="datetimeFigureOut">
              <a:rPr lang="zh-TW" altLang="en-US" smtClean="0"/>
              <a:t>2026/4/25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9997311-A07B-7EF0-0D64-D46F88651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260CE9F-C3DA-3043-B268-CE2A49B67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74E6E-B474-478A-9237-6798CECDC25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346992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92D671E1-90F0-74CF-6F13-297F725FA45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013F5715-012F-790F-2823-8B49EF0662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F9321CC-B6B6-5AE1-0C31-CC69713D5B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009132-532B-4A57-9E90-74A8898693A7}" type="datetimeFigureOut">
              <a:rPr lang="zh-TW" altLang="en-US" smtClean="0"/>
              <a:t>2026/4/25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32F4872-83A0-81F4-F2F8-8F2D2E5535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579F953-F2CD-E9DC-738C-D2BF6B6C2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74E6E-B474-478A-9237-6798CECDC25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943224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8459C6F3-E00A-8D25-9CDF-A3A3429B7E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C41DB06-CEDE-F25B-4CB3-9376ECA59F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5481186-8D60-0044-60ED-7CE059E314F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F009132-532B-4A57-9E90-74A8898693A7}" type="datetimeFigureOut">
              <a:rPr lang="zh-TW" altLang="en-US" smtClean="0"/>
              <a:t>2026/4/25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056A55F-1C67-17A8-9540-4BCD92DAEC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11A3A65-345B-CAAF-451C-C92C4AC8D7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F474E6E-B474-478A-9237-6798CECDC25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03675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414C6B8-2CAC-6A61-EA40-95EB933685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43263" y="1314869"/>
            <a:ext cx="9705474" cy="2387600"/>
          </a:xfrm>
        </p:spPr>
        <p:txBody>
          <a:bodyPr/>
          <a:lstStyle/>
          <a:p>
            <a:r>
              <a:rPr lang="zh-TW" altLang="en-US" dirty="0"/>
              <a:t>多模態 </a:t>
            </a:r>
            <a:r>
              <a:rPr lang="en-US" altLang="zh-TW" dirty="0"/>
              <a:t>AI </a:t>
            </a:r>
            <a:r>
              <a:rPr lang="zh-TW" altLang="en-US" dirty="0"/>
              <a:t>視障隨身助理系統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C3B25B5F-57FB-44A6-021A-A940D790C93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43262" y="3794544"/>
            <a:ext cx="9705473" cy="1655762"/>
          </a:xfrm>
        </p:spPr>
        <p:txBody>
          <a:bodyPr/>
          <a:lstStyle/>
          <a:p>
            <a:r>
              <a:rPr lang="en-US" altLang="zh-TW" dirty="0" err="1"/>
              <a:t>OpenAIDevice_For_VisualImpairment</a:t>
            </a:r>
            <a:br>
              <a:rPr lang="en-US" altLang="zh-TW" dirty="0"/>
            </a:br>
            <a:r>
              <a:rPr lang="en-US" altLang="zh-TW" dirty="0"/>
              <a:t>11246001</a:t>
            </a:r>
            <a:r>
              <a:rPr lang="zh-TW" altLang="en-US" dirty="0"/>
              <a:t> </a:t>
            </a:r>
            <a:r>
              <a:rPr lang="en-US" altLang="zh-TW" dirty="0"/>
              <a:t>|</a:t>
            </a:r>
            <a:r>
              <a:rPr lang="zh-TW" altLang="en-US" dirty="0"/>
              <a:t> </a:t>
            </a:r>
            <a:r>
              <a:rPr lang="en-US" altLang="zh-TW" dirty="0"/>
              <a:t>11246034</a:t>
            </a:r>
            <a:r>
              <a:rPr lang="zh-TW" altLang="en-US" dirty="0"/>
              <a:t> </a:t>
            </a:r>
            <a:r>
              <a:rPr lang="en-US" altLang="zh-TW" dirty="0"/>
              <a:t>|</a:t>
            </a:r>
            <a:r>
              <a:rPr lang="zh-TW" altLang="en-US" dirty="0"/>
              <a:t> </a:t>
            </a:r>
            <a:r>
              <a:rPr lang="en-US" altLang="zh-TW" dirty="0"/>
              <a:t>11246038</a:t>
            </a:r>
            <a:r>
              <a:rPr lang="zh-TW" altLang="en-US" dirty="0"/>
              <a:t> </a:t>
            </a:r>
            <a:r>
              <a:rPr lang="en-US" altLang="zh-TW" dirty="0"/>
              <a:t>|</a:t>
            </a:r>
            <a:r>
              <a:rPr lang="zh-TW" altLang="en-US" dirty="0"/>
              <a:t> </a:t>
            </a:r>
            <a:r>
              <a:rPr lang="en-US" altLang="zh-TW" dirty="0"/>
              <a:t>11246041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9284635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9AEBA8D-90D4-5EF0-8AD5-F0125C9E49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專案背景與動機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48B582F-A4BF-B6B7-0A4C-32CEF34B99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b="1" dirty="0"/>
              <a:t>面臨困境</a:t>
            </a:r>
            <a:r>
              <a:rPr lang="zh-TW" altLang="en-US" dirty="0"/>
              <a:t>：視障人士日常出行常遇到無法避開障礙物、辨識交通號誌或尋找物品等困難。</a:t>
            </a:r>
            <a:endParaRPr lang="en-US" altLang="zh-TW" dirty="0"/>
          </a:p>
          <a:p>
            <a:r>
              <a:rPr kumimoji="0" lang="zh-TW" altLang="zh-TW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開發動機</a:t>
            </a:r>
            <a:r>
              <a:rPr kumimoji="0" lang="zh-TW" altLang="zh-TW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：</a:t>
            </a:r>
            <a:endParaRPr kumimoji="0" lang="en-US" altLang="zh-TW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1"/>
            <a:r>
              <a:rPr kumimoji="0" lang="zh-TW" altLang="zh-TW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開源人工智慧模型（如 YOLO 系列、Qwen-Omni、ASR）技術已臻成熟。 </a:t>
            </a:r>
            <a:endParaRPr lang="en-US" altLang="zh-TW" dirty="0">
              <a:latin typeface="Arial" panose="020B0604020202020204" pitchFamily="34" charset="0"/>
            </a:endParaRPr>
          </a:p>
          <a:p>
            <a:pPr lvl="1"/>
            <a:r>
              <a:rPr kumimoji="0" lang="zh-TW" altLang="zh-TW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期望將 </a:t>
            </a:r>
            <a:r>
              <a:rPr kumimoji="0" lang="zh-TW" altLang="zh-TW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AI 模型整合</a:t>
            </a:r>
            <a:r>
              <a:rPr kumimoji="0" lang="zh-TW" altLang="zh-TW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至 IoT 邊緣裝置（如 ESP32 硬體），打造專屬視障者的輔助工具。</a:t>
            </a:r>
          </a:p>
        </p:txBody>
      </p:sp>
    </p:spTree>
    <p:extLst>
      <p:ext uri="{BB962C8B-B14F-4D97-AF65-F5344CB8AC3E}">
        <p14:creationId xmlns:p14="http://schemas.microsoft.com/office/powerpoint/2010/main" val="22881065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F728C08-6885-BB63-FA38-1F13F9B163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系統目標與預期成果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A61FF3C-EF9F-64B4-43C8-99AF71A047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b="1" dirty="0"/>
              <a:t>核心目標</a:t>
            </a:r>
            <a:r>
              <a:rPr lang="zh-TW" altLang="en-US" dirty="0"/>
              <a:t>：開發一款開源 </a:t>
            </a:r>
            <a:r>
              <a:rPr lang="en-US" altLang="zh-TW" dirty="0"/>
              <a:t>IoT </a:t>
            </a:r>
            <a:r>
              <a:rPr lang="zh-TW" altLang="en-US" dirty="0"/>
              <a:t>裝置，提供以下三大功能：</a:t>
            </a:r>
            <a:endParaRPr lang="en-US" altLang="zh-TW" dirty="0"/>
          </a:p>
          <a:p>
            <a:pPr lvl="1"/>
            <a:r>
              <a:rPr lang="zh-TW" altLang="en-US" dirty="0"/>
              <a:t>盲道導航</a:t>
            </a:r>
            <a:endParaRPr lang="en-US" altLang="zh-TW" dirty="0"/>
          </a:p>
          <a:p>
            <a:pPr lvl="1"/>
            <a:r>
              <a:rPr lang="zh-TW" altLang="en-US" dirty="0"/>
              <a:t>障礙物檢測</a:t>
            </a:r>
            <a:endParaRPr lang="en-US" altLang="zh-TW" dirty="0"/>
          </a:p>
          <a:p>
            <a:pPr lvl="1"/>
            <a:r>
              <a:rPr lang="zh-TW" altLang="en-US" dirty="0"/>
              <a:t>特定物品查找</a:t>
            </a:r>
            <a:endParaRPr lang="en-US" altLang="zh-TW" dirty="0"/>
          </a:p>
          <a:p>
            <a:pPr marL="457200" lvl="1" indent="0">
              <a:buNone/>
            </a:pPr>
            <a:r>
              <a:rPr lang="zh-TW" altLang="en-US" b="1" dirty="0"/>
              <a:t>預期成果</a:t>
            </a:r>
            <a:r>
              <a:rPr lang="zh-TW" altLang="en-US" dirty="0"/>
              <a:t>：</a:t>
            </a:r>
            <a:endParaRPr lang="en-US" altLang="zh-TW" dirty="0"/>
          </a:p>
          <a:p>
            <a:pPr marL="457200" lvl="1" indent="0">
              <a:buNone/>
            </a:pPr>
            <a:endParaRPr lang="en-US" altLang="zh-TW" dirty="0"/>
          </a:p>
          <a:p>
            <a:pPr marL="457200" lvl="1" indent="0">
              <a:buNone/>
            </a:pPr>
            <a:r>
              <a:rPr lang="zh-TW" altLang="en-US"/>
              <a:t>完成</a:t>
            </a:r>
            <a:r>
              <a:rPr lang="zh-TW" altLang="en-US" dirty="0"/>
              <a:t>一套結合終端硬體與 </a:t>
            </a:r>
            <a:r>
              <a:rPr lang="en-US" altLang="zh-TW" dirty="0" err="1"/>
              <a:t>FastAPI</a:t>
            </a:r>
            <a:r>
              <a:rPr lang="en-US" altLang="zh-TW" dirty="0"/>
              <a:t> </a:t>
            </a:r>
            <a:r>
              <a:rPr lang="zh-TW" altLang="en-US" dirty="0"/>
              <a:t>後端伺服器的完整系統。</a:t>
            </a:r>
            <a:endParaRPr lang="en-US" altLang="zh-TW" dirty="0"/>
          </a:p>
          <a:p>
            <a:pPr marL="457200" lvl="1" indent="0">
              <a:buNone/>
            </a:pPr>
            <a:r>
              <a:rPr lang="zh-TW" altLang="en-US" dirty="0"/>
              <a:t>能即時處理音訊與影像串流，並透過語音回饋給予使用者協助。</a:t>
            </a:r>
            <a:endParaRPr lang="en-US" altLang="zh-TW" dirty="0"/>
          </a:p>
          <a:p>
            <a:pPr marL="457200" lvl="1" indent="0">
              <a:buNone/>
            </a:pP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36966345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E82613B-B0DF-5382-96A1-E823A46AC5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市場定位與商業模式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EFC8F8F-6498-86B6-9727-8DCB3842D7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市場定位 </a:t>
            </a:r>
            <a:r>
              <a:rPr lang="en-US" altLang="zh-TW" dirty="0"/>
              <a:t>(STP)</a:t>
            </a:r>
            <a:r>
              <a:rPr lang="zh-TW" altLang="en-US" dirty="0"/>
              <a:t>：</a:t>
            </a:r>
            <a:endParaRPr lang="en-US" altLang="zh-TW" dirty="0"/>
          </a:p>
          <a:p>
            <a:pPr lvl="1"/>
            <a:r>
              <a:rPr lang="zh-TW" altLang="en-US" dirty="0"/>
              <a:t>定位為「多模態 </a:t>
            </a:r>
            <a:r>
              <a:rPr lang="en-US" altLang="zh-TW" dirty="0"/>
              <a:t>AI </a:t>
            </a:r>
            <a:r>
              <a:rPr lang="zh-TW" altLang="en-US" dirty="0"/>
              <a:t>視障隨身助理」，強調開源、低延遲與多模型整合。</a:t>
            </a:r>
            <a:endParaRPr lang="en-US" altLang="zh-TW" dirty="0"/>
          </a:p>
          <a:p>
            <a:pPr lvl="1"/>
            <a:r>
              <a:rPr lang="zh-TW" altLang="en-US" dirty="0"/>
              <a:t>目標市場針對具備基本智慧型手機操作能力，或願意配戴輕量化裝置的視障者。</a:t>
            </a:r>
            <a:endParaRPr lang="en-US" altLang="zh-TW" dirty="0"/>
          </a:p>
          <a:p>
            <a:r>
              <a:rPr lang="zh-TW" altLang="en-US" dirty="0"/>
              <a:t>營運與商業模式：</a:t>
            </a:r>
            <a:endParaRPr lang="en-US" altLang="zh-TW" dirty="0"/>
          </a:p>
          <a:p>
            <a:pPr lvl="1"/>
            <a:r>
              <a:rPr lang="zh-TW" altLang="en-US" dirty="0"/>
              <a:t>採開源專案模式（</a:t>
            </a:r>
            <a:r>
              <a:rPr lang="en-US" altLang="zh-TW" dirty="0"/>
              <a:t>MIT License</a:t>
            </a:r>
            <a:r>
              <a:rPr lang="zh-TW" altLang="en-US" dirty="0"/>
              <a:t>）對外發布。</a:t>
            </a:r>
            <a:endParaRPr lang="en-US" altLang="zh-TW" dirty="0"/>
          </a:p>
          <a:p>
            <a:pPr lvl="1"/>
            <a:r>
              <a:rPr lang="zh-TW" altLang="en-US" dirty="0"/>
              <a:t>未來規劃與社福機構合作或尋求企業 </a:t>
            </a:r>
            <a:r>
              <a:rPr lang="en-US" altLang="zh-TW" dirty="0"/>
              <a:t>CSR </a:t>
            </a:r>
            <a:r>
              <a:rPr lang="zh-TW" altLang="en-US" dirty="0"/>
              <a:t>贊助，將軟硬體整合包推廣至視障團體。</a:t>
            </a:r>
          </a:p>
        </p:txBody>
      </p:sp>
    </p:spTree>
    <p:extLst>
      <p:ext uri="{BB962C8B-B14F-4D97-AF65-F5344CB8AC3E}">
        <p14:creationId xmlns:p14="http://schemas.microsoft.com/office/powerpoint/2010/main" val="31856210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E31FDDF-CE13-5076-9BD1-65E73F43C0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競爭力分析 </a:t>
            </a:r>
            <a:r>
              <a:rPr lang="en-US" altLang="zh-TW" dirty="0"/>
              <a:t>(SWOT)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88B188B-1EDF-6760-CF11-90E4FE8B49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256700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272</Words>
  <Application>Microsoft Office PowerPoint</Application>
  <PresentationFormat>寬螢幕</PresentationFormat>
  <Paragraphs>24</Paragraphs>
  <Slides>5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佈景主題</vt:lpstr>
      <vt:lpstr>多模態 AI 視障隨身助理系統</vt:lpstr>
      <vt:lpstr>專案背景與動機</vt:lpstr>
      <vt:lpstr>系統目標與預期成果</vt:lpstr>
      <vt:lpstr>市場定位與商業模式</vt:lpstr>
      <vt:lpstr>競爭力分析 (SWOT)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zeng</dc:creator>
  <cp:lastModifiedBy>zeng</cp:lastModifiedBy>
  <cp:revision>9</cp:revision>
  <dcterms:created xsi:type="dcterms:W3CDTF">2026-04-25T15:42:25Z</dcterms:created>
  <dcterms:modified xsi:type="dcterms:W3CDTF">2026-04-25T15:50:48Z</dcterms:modified>
</cp:coreProperties>
</file>